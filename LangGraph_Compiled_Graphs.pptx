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7F77D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5DCAA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-1371600"/>
            <a:ext cx="6400800" cy="6400800"/>
          </a:xfrm>
          <a:prstGeom prst="ellipse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•  COMPILED GRAPHS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LangGraph Outputs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SQL Analyst · ETL Analyst — auto-generated directly from the running code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Data Agent — LangGraph Outputs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7F77D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5DCAA5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DATA_AGENT.PY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Graph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request, then branches to the matching specialist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9512" y="1737360"/>
            <a:ext cx="3852672" cy="4709160"/>
          </a:xfrm>
          <a:prstGeom prst="roundRect">
            <a:avLst>
              <a:gd name="adj" fmla="val 2373"/>
            </a:avLst>
          </a:prstGeom>
          <a:solidFill>
            <a:srgbClr val="1A2158"/>
          </a:solidFill>
          <a:ln w="19050">
            <a:solidFill>
              <a:srgbClr val="7F77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52392" y="1828800"/>
            <a:ext cx="3486912" cy="452628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/>
        </p:spPr>
      </p:sp>
      <p:pic>
        <p:nvPicPr>
          <p:cNvPr id="9" name="Image 0" descr="router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9552" y="1965960"/>
            <a:ext cx="3212592" cy="42519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router_node → (etl_node | sql_node) → end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Data Agent — LangGraph Outputs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7F77D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5DCAA5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SQL_ANALYST.PY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Analyst Graph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guarded pipeline — one branch, gated by an independent safety check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51659" y="1737360"/>
            <a:ext cx="2888377" cy="4709160"/>
          </a:xfrm>
          <a:prstGeom prst="roundRect">
            <a:avLst>
              <a:gd name="adj" fmla="val 3166"/>
            </a:avLst>
          </a:prstGeom>
          <a:solidFill>
            <a:srgbClr val="1A2158"/>
          </a:solidFill>
          <a:ln w="19050">
            <a:solidFill>
              <a:srgbClr val="5DCA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34539" y="1828800"/>
            <a:ext cx="2522617" cy="4526280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/>
        </p:spPr>
      </p:sp>
      <p:pic>
        <p:nvPicPr>
          <p:cNvPr id="9" name="Image 0" descr="sql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1699" y="1965960"/>
            <a:ext cx="2248297" cy="42519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curate_ques → prompt_query_context → generate_sql → is_safe_sql → (execute_sql | canceled_sql) → end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Data Agent — LangGraph Outputs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7F77D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5DCAA5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ETL_ANALYST.PY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Analyst Graph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loop — the LLM decides when to call a tool, and when to stop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15920" y="1737360"/>
            <a:ext cx="4559856" cy="4709160"/>
          </a:xfrm>
          <a:prstGeom prst="roundRect">
            <a:avLst>
              <a:gd name="adj" fmla="val 2005"/>
            </a:avLst>
          </a:prstGeom>
          <a:solidFill>
            <a:srgbClr val="1A2158"/>
          </a:solidFill>
          <a:ln w="19050">
            <a:solidFill>
              <a:srgbClr val="F09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8800" y="1828800"/>
            <a:ext cx="4194096" cy="4526280"/>
          </a:xfrm>
          <a:prstGeom prst="roundRect">
            <a:avLst>
              <a:gd name="adj" fmla="val 1090"/>
            </a:avLst>
          </a:prstGeom>
          <a:solidFill>
            <a:srgbClr val="FFFFFF"/>
          </a:solidFill>
          <a:ln/>
        </p:spPr>
      </p:sp>
      <p:pic>
        <p:nvPicPr>
          <p:cNvPr id="9" name="Image 0" descr="etl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5960" y="1965960"/>
            <a:ext cx="3919776" cy="42519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llm_node ⇄ tool_node → end (loops until no further tool calls)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Data Agent — LangGraph Outputs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2026-08-31T18:33:15Z</dcterms:created>
  <dcterms:modified xsi:type="dcterms:W3CDTF">2026-08-31T18:33:15Z</dcterms:modified>
</cp:coreProperties>
</file>